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Relationship Id="rId3" Type="http://schemas.openxmlformats.org/officeDocument/2006/relationships/hyperlink" Target="http://localhost:500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Object store → Spark → model → streaming → Elasticsearch → Flask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MinIO (object store) holds the raw audio corpus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Spark (batch, parallel across cores) extracts acoustic features from every clip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Two models trained and compared — the better one (by EER) is deployed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Elasticsearch (NoSQL): features + embeddings, training results, live predictions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Kafka streams simulated incoming audio; a consumer scores each event in near-real-time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Flask app: /classify (upload or record live, + similar-clip search)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50793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81546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12299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306269" y="2240280"/>
            <a:ext cx="8035706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095847" y="2240280"/>
            <a:ext cx="4246128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885425" y="2240280"/>
            <a:ext cx="456550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4343400"/>
            <a:ext cx="5410047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343400"/>
            <a:ext cx="5410047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06269" y="3749040"/>
            <a:ext cx="947394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06269" y="3749040"/>
            <a:ext cx="6631761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749040"/>
            <a:ext cx="2842183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53663" y="3749040"/>
            <a:ext cx="6631762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38030" y="3749040"/>
            <a:ext cx="947395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57800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12.31%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Selection metric is EER — the metric the ASVspoof challenge itself is scored on, not raw accuracy, which looked strong while quietly failing bonafide clips (see the next two slides).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metric the ASVspoof challenge itself is 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 between the two classes.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46120"/>
            <a:ext cx="110944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Dev accuracy at the default threshold (94.3%) looked strong, but the model was quietly biased toward the majority class: it caught spoof reliably, bonafide much less so.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Fix: the model artifact now stores its own EER-optimal decision threshold, used everywhere (streaming consumer, web app) instead of scikit-learn's default 0.5.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Independently re-confirmed on live Kafka-streamed eval data, not just the dev set it was tuned on — bonafide accuracy went 29.7% → 91.5% on the streamed sample too.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overall and per-attack-type (A01–A19) detection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ROC curve &amp;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010" y="1417320"/>
            <a:ext cx="4892040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Left: both candidate models, deployed model's EER point marked. Right: streamed eval predictions.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what the model learned, and how sure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9991"/>
            <a:ext cx="5410047" cy="3606698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Left: top acoustic features (MFCC variance dominates). Right: confidence, correct vs. incorrect calls.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Streamed eval predictions, near-perfect on most TTS/VC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7" name="Picture 6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07" y="1417320"/>
            <a:ext cx="97840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path-with-spaces, and a Docker Desktop networking quirk all broke Spark's driver↔executor RPC — diagnosed and fixed, not hidden.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914400" y="393192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the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