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/blob/main/docs/DESIGN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5000/classify" TargetMode="External"/><Relationship Id="rId3" Type="http://schemas.openxmlformats.org/officeDocument/2006/relationships/hyperlink" Target="http://localhost:5000/dashboar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Human-or-AI Voice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BIU Big Data and AI course project — ASVspoof2019 (Logical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D9488"/>
                </a:solidFill>
                <a:latin typeface="Calibri"/>
              </a:defRPr>
            </a:pPr>
            <a:r>
              <a:t>MinIO · Apache Spark · Apache Kafka · Elasticsearch · scikit-learn · Flask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Beny Rojanski  ·  Renana Chaba  ·  Hadar Baum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Can we tell real human speech apart from AI-generated (TTS / voice-conversion) speech?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ASVspoof2019 Logical Access partition: bonafide vs. spoofed utterances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~121k labeled flac clips across train / dev / eval, speaker-disjoint splits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PA (replay-attack) partition intentionally excluded — not AI-generated speech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full pipeline, end to end - object store to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Kaggle: ASVspoof2019 LA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download_dataset.py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object store - raw audio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6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batch_feature_extraction.py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0899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Parquet +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Elasticsearch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feature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train_classifier.py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RF vs Gradient Boosting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model +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index_embeddings.py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standardize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k-NN embeddings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kafka_producer.py -&gt;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streaming_enrichment.py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near-real-time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aggregations -&gt; charts + RESULTS.md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/classify + /dashboard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50793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81546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812299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21509" y="2346960"/>
            <a:ext cx="8020466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95847" y="2346960"/>
            <a:ext cx="4246128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870185" y="2346960"/>
            <a:ext cx="471790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21509" y="3825240"/>
            <a:ext cx="943584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21509" y="3825240"/>
            <a:ext cx="6605091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5847" y="3825240"/>
            <a:ext cx="2830753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65093" y="3825240"/>
            <a:ext cx="6605092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926600" y="3825240"/>
            <a:ext cx="943585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hlinkClick r:id="rId2"/>
          </p:cNvPr>
          <p:cNvSpPr/>
          <p:nvPr/>
        </p:nvSpPr>
        <p:spPr>
          <a:xfrm>
            <a:off x="548640" y="544068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View exact diagram in DESIGN.md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559552"/>
            <a:ext cx="6888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Same architecture as the Mermaid flowchart in docs/DESIGN.md, redrawn natively for the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0-1 -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Kaggle corpus -&gt; MinIO object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download_dataset.py pulls the ASVspoof2019 LA corpus (~121k flac files) from Kaggle via its API into data/raw/ — a one-time step, gated on a Kaggle API token.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ingest_to_minio.py uploads every labeled utterance into MinIO, an S3-compatible object store, keyed by partition and filename.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32 concurrent upload threads by default — this step is I/O-bound (many small files), so threading helps a lot even though Python threads don't parallelize CPU work.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Downstream steps (the Spark job, the streaming consumer, the Flask app) always fetch audio by key from MinIO, never the local filesystem — any worker, anywhere, can read a clip.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Protocol metadata (speaker id, attack id, bonafide/spoof label) stays in small local text files — only the audio bytes, the actually "big" unstructured data, go into the object store.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Spark batch feature extraction — the actual "big data"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batch_feature_extraction.py reads the train+dev protocol metadata and fans out across Spark executors, one task per partition of utterances.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Each executor fetches its share of clips' audio bytes from MinIO and computes a fixed-length acoustic feature vector (20 MFCCs + spectral/pitch/energy statistics) via common.features.extract_features — the same function used everywhere else in this project.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~50k train+dev audio files decoded and feature-extracted in parallel across cores instead of one Python process working through them serially — this is the real "big data" step, not model training itself.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Driver and executors are both pinned to sys.executable so Spark workers resolve the same Python/venv as the driver, instead of whatever `python` happens to be on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in the feature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53 numbers per clip — one shared function, one fixed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9026"/>
                <a:gridCol w="935673"/>
                <a:gridCol w="6549714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captures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MFCCs (20 coeffs × mean/std)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Vocal-tract spectral envelope — timbre/voice quality, the model's top group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Spectral shape (centroid/bandwidth/rolloff)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Brightness, spread, and energy roll-off of the spectrum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Signal level (zero-crossing rate, RMS energy)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Noisiness and loudness over time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Pitch (F0, 50-500Hz via librosa.yin)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Fundamental frequency mean/std, human vocal range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Clip length in seconds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53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One fixed-length row per clip, any duration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30368"/>
            <a:ext cx="11094415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Mean + std of frame-level features, not raw sequences — every clip, any length, maps to the same 53-column row a tabular classifier expects.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One function, common/features.py:extract_features(), computes this for the Spark batch job, the Kafka consumer, and the live /classify endpoint — training and inference match exactly.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Pitch uses plain librosa.yin, not pyin — pyin's HMM smoothing measured 2-9s/clip; across 50k+ clips, yin gets a comparable signal in ~0.02s.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Feature table -&gt; Parquet + Elasticsearch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Every feature row the Spark job computes is written to two places at once, in the same run.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Parquet (pipeline/features_train_dev.parquet) — the input train_classifier.py and index_embeddings.py train from.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Elasticsearch's asvspoof-training-features index — the same rows, so aggregations/insights can run without re-reading Parquet.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 (a NoSQL document store) goes on to hold training results, live streamed predictions, and — once standardized — dense_vector embeddings for k-NN search, all in the same cluster.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accuracy paradox — where we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AI capability 1: Random Forest at scikit-learn's default 0.5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92.3%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Dev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looked like a finished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99.8%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nearly every attack caught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26.6%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real human speech found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5468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1A202C"/>
                </a:solidFill>
                <a:latin typeface="Calibri"/>
              </a:defRPr>
            </a:pPr>
            <a:r>
              <a:t>•  Dev is ~90% spoof, so a model that leans to the majority class scores well on accuracy while failing the class we actually care about. Accuracy was hiding the failure, not measuring it.</a:t>
            </a:r>
          </a:p>
          <a:p>
            <a:pPr>
              <a:spcAft>
                <a:spcPts val="1200"/>
              </a:spcAft>
              <a:defRPr sz="1400">
                <a:solidFill>
                  <a:srgbClr val="1A202C"/>
                </a:solidFill>
                <a:latin typeface="Calibri"/>
              </a:defRPr>
            </a:pPr>
            <a:r>
              <a:t>•  Reweighting the training loss does not fix this: the 0.5 cutoff applied at evaluation time is a separate lever.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EER is calculated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A secondary ASVspoof2019 metric - min t-DCF was the primary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Score every dev utterance with the model, giving each one a P(spoof) between 0 and 1.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Sweep every possible decision threshold and, at each one, compute two error rates: the false-acceptance rate (bonafide clips wrongly called spoof) and the false-rejection rate (spoof clips wrongly called bonafide).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As the threshold moves, one error rate goes up while the other goes down — the Equal Error Rate is the threshold where the two curves cross, i.e. where both error rates are equal.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EER itself is that shared error rate at the crossing point; the threshold at that point is what actually gets deployed (see the model artifact in common/model.py).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Lower EER = better separation. 0% would mean a threshold exists with zero errors of either kind; this project's deployed model scores 9.26%. EER was a secondary ASVspoof2019 metric (min t-DCF was primary) - we use it because it needs no cost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4924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6811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fpr, tpr, thresholds = roc_curve(y_true_spoof, y_score_spoof)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fnr = 1 - tpr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eer_idx = argmin(abs(fnr - fpr))   # where the two curves are closest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eer, threshold = (fpr[eer_idx] + fnr[eer_idx]) / 2,  thresholds[eer_idx]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Fix 1 — switching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Same 0.5 threshold, better-calibrated probabilities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26.6%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Random Forest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 @ 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Gradient Boosting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 @ 0.5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+54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From the model choice alone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no threshold change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200400"/>
          <a:ext cx="11094414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291"/>
                <a:gridCol w="2641527"/>
                <a:gridCol w="2641527"/>
                <a:gridCol w="1849069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 (lower is better)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Deployed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9.09%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0.969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9.26%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4800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A statistical tie on EER — the gap is ~3 clips in 2,548 — so the deployed model is pinned, not picked by lowest EER. Gradient Boosting is kept for calibration and deployment cost: 283KB vs. 29.7MB on disk, 0.55ms vs. 27.6ms per clip.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Fix 2 — switching the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0.5 to the EER-optimal 0.689, on the deployed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the default 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the EER threshold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Equal Error Rate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where both errors are equal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9067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1A202C"/>
                </a:solidFill>
                <a:latin typeface="Calibri"/>
              </a:defRPr>
            </a:pPr>
            <a:r>
              <a:t>•  The threshold now lives inside the model artifact, so the streaming consumer and the web app cannot drift back to 0.5.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611880"/>
          <a:ext cx="11094414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0901"/>
                <a:gridCol w="2890141"/>
                <a:gridCol w="2983372"/>
              </a:tblGrid>
              <a:tr h="4206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Boosting on dev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default 0.5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EER 0.689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recall (real speech kept)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80.2%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precision (the cost)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69.1%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Spoof recall (attacks caught)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Overall accuracy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94.3%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Balanced accuracy (the honest headline)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88.0%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ROC curve &amp; what the model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pic>
        <p:nvPicPr>
          <p:cNvPr id="6" name="Picture 5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dev partition. Left: both candidate models, deployed model's EER point marked. Right: top acoustic features — MFCC variance dominates.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2 — embeddings &amp; semantic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The same acoustic feature vectors double as embeddings — no separate embedding model needed.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Standardized (zero mean, unit variance) so cosine similarity isn't dominated by whichever feature happens to have the largest raw scale.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Indexed into Elasticsearch as dense_vector fields, added to the existing index in place (a mapping update, not a reindex — the 50k+ documents were already there).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Powers /classify's "most acoustically similar training clips" — k-NN search, playable in the browser, replacing a keyword match with genuine semantic search.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3 — streaming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Kafka producer/consumer, near-real-time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Producer replays eval-set utterance events (a MinIO key, not the audio itself).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Consumer fetches the clip, extracts features, scores it at the deployed EER threshold, and writes an enriched prediction to Elasticsearch — one document per utterance, live.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Same feature-extraction and model code as the batch job and the web app — one implementation applied three ways, not three separate things to maintain and defend.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 named consumer group tracks offset, so re-running resumes instead of re-scoring.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Everything on the next three slides is scored here, on the eval partition — attacks A07–A19, synthesis systems the model never saw during 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5 -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insights.py — Elasticsearch aggregations -&gt; charts + 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Runs after the streaming consumer has written predictions — every number here is a live Elasticsearch aggregation query, nothing hand-typed or invented.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Computes balanced and overall detection accuracy, per-attack-type accuracy, a confusion matrix, a confidence histogram, and class balance.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Writes both a markdown report (docs/RESULTS.md) and the PNG charts /dashboard reuses — safe to re-run any time after a pipeline run (sample or full-scale) to regenerate real results.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confusion matrix, confidence histogram, and accuracy-by-attack charts on the next slides are this script's direct output, not hand-drawn. The ROC and feature-importance charts shown earlier come from train_classifier.py instead, since those need the model's own dev predictions.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confusion matrix &amp;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confidenc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streamed eval predictions. Left: true vs. predicted counts. Right: confidence on correct vs. incorrect calls.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accuracy by attack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Near-perfect on most TTS/VC systems; A17/A18/A19 are the hard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Balanced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(mean of per-class recalls)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0823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263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(real human speech)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6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6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(AI-generated speech)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5189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5189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29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Always-spoof baseline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beats raw accuracy (84.8%)</a:t>
            </a:r>
          </a:p>
        </p:txBody>
      </p:sp>
      <p:pic>
        <p:nvPicPr>
          <p:cNvPr id="19" name="Picture 18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3108960"/>
            <a:ext cx="6400800" cy="320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All figures from the 2000 streamed eval predictions (attacks A07–A19, unseen during training).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/classify — upload a clip or record live from the microphone (captured via the Web Audio API, encoded to WAV client-side — no server changes needed for live recording).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Returns Human / AI-generated + confidence, plus the 5 most similar training clips, each one playable right in the results, so you can hear what "similar" sounds like.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/dashboard — live Elasticsearch aggregations: model comparison, threshold trade-off, ROC curve, confusion matrix, feature importance, confidence calibration.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54864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/classify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411480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0740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Links open localhost:5000 — click while presenting from the machine running the app (see README.md).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Challenges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Windows + Spark: worker Python resolution, a path with spaces, a pyspark 3.5.1 / Python 3.12 incompatibility, and a removed distutils — four environment bugs, none in our own logic, all diagnosed and fixed rather than worked around.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A bug in our own code: Random Forest was reweighted twice — class_weight and sample_weight multiply in sklearn, turning 8.8:1 into 78:1.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The EER threshold trades some spoof recall for bonafide recall — a deliberate choice, not a free win: no single threshold maximizes both on an imbalanced dataset.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Embedding is the classifier's own feature vector, not a separate pretrained audio embedding model — keeps the semantic-search capability fully self-contained.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Kept Python end-to-end (not Scala) since the feature-extraction library is Python-only.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Speaker-disjoint train/dev split (not random) to avoid inflating accuracy via leakage.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  <a:latin typeface="Calibri"/>
              </a:defRPr>
            </a:pPr>
            <a:r>
              <a:rPr>
                <a:hlinkClick r:id="rId2"/>
              </a:rPr>
              <a:t>github.com/HadarBaum/asvspoof-voice-ai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