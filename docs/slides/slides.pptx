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Object store → Spark → model → streaming → Elasticsearch → Flask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MinIO (object store) holds the raw audio corpus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Spark (batch, parallel across cores) extracts acoustic features from every clip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Two models trained and compared — the better one (by EER) is deployed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Elasticsearch (NoSQL): features + embeddings, training results, live predictions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Kafka streams simulated incoming audio; a consumer scores each event in near-real-time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Flask app: /classify (upload or record live, + similar-clip search) and /dashboard (insights)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50793" y="180594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81546" y="180594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812299" y="180594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2788920"/>
            <a:ext cx="351525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2788920"/>
            <a:ext cx="351525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2788920"/>
            <a:ext cx="351525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306269" y="2240280"/>
            <a:ext cx="8035706" cy="54864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095847" y="2240280"/>
            <a:ext cx="4246128" cy="54864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885425" y="2240280"/>
            <a:ext cx="456550" cy="54864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4343400"/>
            <a:ext cx="5410047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343400"/>
            <a:ext cx="5410047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06269" y="3749040"/>
            <a:ext cx="947394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06269" y="3749040"/>
            <a:ext cx="6631761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749040"/>
            <a:ext cx="2842183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53663" y="3749040"/>
            <a:ext cx="6631762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38030" y="3749040"/>
            <a:ext cx="947395" cy="59436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57800"/>
            <a:ext cx="1109441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Random Forest vs. Gradient Boosting, picked by 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Both models reweighted for the ~9:1 spoof/bonafide imbalance in training data, then compared on dev: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12.31%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0.951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110944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Selection metric is EER — the metric the ASVspoof challenge itself is scored on, not raw accuracy, which looked strong while quietly failing bonafide clips (see the next two slides).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metric the ASVspoof challenge itself is 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 between the two classes. 0% would mean a threshold exists with zero errors of either kind; this project's deployed model scores 9.26%.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the accuracy paradox, found and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default 0.5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deployed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(ASVspoof's own metric)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46120"/>
            <a:ext cx="1109441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Dev accuracy at the default threshold (94.3%) looked strong, but the model was quietly biased toward the majority class: it caught spoof reliably, bonafide much less so.</a:t>
            </a:r>
          </a:p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Fix: the model artifact now stores its own EER-optimal decision threshold, used everywhere (streaming consumer, web app) instead of scikit-learn's default 0.5.</a:t>
            </a:r>
          </a:p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This same fix is re-confirmed further on, on live Kafka-streamed eval data — not only on the dev set the threshold was chosen from. See the streamed-eval results later in the deck.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 — some are confidently wrong.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525780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525780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