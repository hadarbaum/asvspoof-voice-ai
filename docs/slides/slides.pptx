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Human-or-AI Voice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BIU Big Data and AI course project — ASVspoof2019 (Logical Access)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D9488"/>
                </a:solidFill>
                <a:latin typeface="Calibri"/>
              </a:defRPr>
            </a:pPr>
            <a:r>
              <a:t>MinIO · Apache Spark · Apache Kafka · Elasticsearch · scikit-learn ·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Can we tell real human speech apart from AI-generated (TTS / voice-conversion) speech?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ASVspoof2019 Logical Access partition: bonafide vs. spoofed utterances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~121k labeled flac clips across train / dev / eval, speaker-disjoint splits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PA (replay-attack) partition intentionally excluded — not AI-generated speech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Object store → Spark → model → streaming → Elasticsearch → Flask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MinIO (object store) holds the raw audio corpus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Spark (batch, parallel across cores) extracts acoustic features from every clip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Two models trained and compared — the better one (by EER) is deployed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Elasticsearch (NoSQL): features + embeddings, training results, live predictions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Kafka streams simulated incoming audio; a consumer scores each event in near-real-time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Flask app: /classify (upload or record live, + similar-clip search) and /dashboard (insights)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capability 1 —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Random Forest vs. Gradient Boosting, picked by 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•  Both models reweighted for the ~9:1 spoof/bonafide imbalance in training data, then compared on dev: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4414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291"/>
                <a:gridCol w="2641527"/>
                <a:gridCol w="2641527"/>
                <a:gridCol w="1849069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 marL="109728" marR="109728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EER (lower is better)</a:t>
                      </a:r>
                    </a:p>
                  </a:txBody>
                  <a:tcPr anchor="ctr" marL="109728" marR="109728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 marL="109728" marR="109728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Deployed</a:t>
                      </a:r>
                    </a:p>
                  </a:txBody>
                  <a:tcPr anchor="ctr" marL="109728" marR="109728">
                    <a:solidFill>
                      <a:srgbClr val="0F29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12.31%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 anchor="ctr" marL="109728" marR="109728"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9.26%</a:t>
                      </a:r>
                    </a:p>
                  </a:txBody>
                  <a:tcPr anchor="ctr" marL="109728" marR="109728"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 marL="109728" marR="109728"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anchor="ctr" marL="109728" marR="109728"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•  Selection metric is EER — the metric the ASVspoof challenge itself is scored on, not raw</a:t>
            </a:r>
          </a:p>
          <a:p>
            <a:pPr lvl="1">
              <a:spcAft>
                <a:spcPts val="10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–  accuracy, which looked strong while quietly failing bonafide clips (next 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— the accuracy paradox, found and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35152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DC2626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3323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Bonafide recall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at default 0.5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4173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1618488"/>
            <a:ext cx="35152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D9488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2377440"/>
            <a:ext cx="33323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Bonafide recall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at deployed EER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417320"/>
            <a:ext cx="35152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7796" y="1618488"/>
            <a:ext cx="35152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B6CB0"/>
                </a:solidFill>
                <a:latin typeface="Calibri"/>
              </a:defRPr>
            </a:pPr>
            <a:r>
              <a:t>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2377440"/>
            <a:ext cx="333237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Equal Error Rate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(ASVspoof's own metric)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109441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•  Dev accuracy at the default threshold (94.3%) looked strong — but the model was quietly</a:t>
            </a:r>
          </a:p>
          <a:p>
            <a:pPr lvl="1">
              <a:spcAft>
                <a:spcPts val="10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–  biased toward the majority class: it caught spoof reliably, bonafide much less so</a:t>
            </a:r>
          </a:p>
          <a:p>
            <a:pPr>
              <a:spcAft>
                <a:spcPts val="10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•  Fix: the model artifact now stores its own EER-optimal decision threshold, used</a:t>
            </a:r>
          </a:p>
          <a:p>
            <a:pPr lvl="1">
              <a:spcAft>
                <a:spcPts val="10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–  everywhere (streaming consumer, web app) instead of scikit-learn's default 0.5</a:t>
            </a:r>
          </a:p>
          <a:p>
            <a:pPr>
              <a:spcAft>
                <a:spcPts val="10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•  Independently re-confirmed on live Kafka-streamed eval data, not just the dev set</a:t>
            </a:r>
          </a:p>
          <a:p>
            <a:pPr lvl="1">
              <a:spcAft>
                <a:spcPts val="1000"/>
              </a:spcAft>
              <a:defRPr sz="1300">
                <a:solidFill>
                  <a:srgbClr val="64748B"/>
                </a:solidFill>
                <a:latin typeface="Calibri"/>
              </a:defRPr>
            </a:pPr>
            <a:r>
              <a:t>–  it was tuned on — bonafide accuracy went 29.7% → 91.5% on the streamed sample too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— ROC curve &amp;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43" y="1417320"/>
            <a:ext cx="4892040" cy="489204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010" y="1417320"/>
            <a:ext cx="4892040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Left: both candidate models, deployed model's EER point marked. Right: streamed eval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— what the model learned, and how sure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9991"/>
            <a:ext cx="5410047" cy="3606698"/>
          </a:xfrm>
          <a:prstGeom prst="rect">
            <a:avLst/>
          </a:prstGeom>
        </p:spPr>
      </p:pic>
      <p:pic>
        <p:nvPicPr>
          <p:cNvPr id="7" name="Picture 6" descr="confidence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059991"/>
            <a:ext cx="5410047" cy="36066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Left: top acoustic features (MFCC variance dominates). Right: confidence, correct vs. incorrect calls.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— accuracy by attack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Streamed eval predictions, near-perfect on most TTS/VC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pic>
        <p:nvPicPr>
          <p:cNvPr id="7" name="Picture 6" descr="accuracy_by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07" y="1417320"/>
            <a:ext cx="978408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capability 2 — embeddings &amp; semantic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The same acoustic feature vectors double as embeddings — no separate embedding model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Standardized (zero mean, unit variance) so cosine similarity isn't dominated by whichever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feature happens to have the largest raw scale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Indexed into Elasticsearch as dense_vector fields, added to the existing index in place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(a mapping update, not a reindex — the 50k+ documents were already there)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Powers /classify's "most acoustically similar training clips" — k-NN search, playable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in the browser, replacing a keyword match with genuine semantic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capability 3 — streaming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Kafka producer/consumer, near-real-time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Producer replays eval-set utterance events (a MinIO key, not the audio itself)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Consumer fetches the clip, extracts features, scores it at the deployed EER threshold,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and writes an enriched prediction to Elasticsearch — one document per utterance, live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Same feature-extraction and model code as the batch job and the web app — one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implementation applied three ways, not three separate things to maintain and defend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A named consumer group tracks offset, so re-running resumes instead of re-scoring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/classify — upload a clip or record live from the microphone (captured via the Web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Audio API, encoded to WAV client-side — no server changes needed for live recording)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Returns Human / AI-generated + confidence, plus the 5 most similar training clips —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each one playable right in the results, so you can hear what "similar" sounds like</a:t>
            </a:r>
          </a:p>
          <a:p>
            <a:pPr>
              <a:spcAft>
                <a:spcPts val="1000"/>
              </a:spcAft>
              <a:defRPr sz="1900">
                <a:solidFill>
                  <a:srgbClr val="1A202C"/>
                </a:solidFill>
                <a:latin typeface="Calibri"/>
              </a:defRPr>
            </a:pPr>
            <a:r>
              <a:t>•  /dashboard — live Elasticsearch aggregations: model comparison, threshold trade-off,</a:t>
            </a:r>
          </a:p>
          <a:p>
            <a:pPr lvl="1">
              <a:spcAft>
                <a:spcPts val="10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–  ROC curve, confusion matrix, feature importance, confidence calibration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103120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Challenges &amp;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•  Windows + Spark: worker Python resolution, path-with-spaces, and a Docker Desktop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–  networking quirk all broke Spark's driver↔executor RPC — diagnosed and fixed, not hidden</a:t>
            </a:r>
          </a:p>
          <a:p>
            <a:pPr>
              <a:spcAft>
                <a:spcPts val="10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•  The EER threshold trades some spoof recall for bonafide recall — a deliberate choice,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–  not a free win: no single threshold maximizes both on an imbalanced dataset</a:t>
            </a:r>
          </a:p>
          <a:p>
            <a:pPr>
              <a:spcAft>
                <a:spcPts val="10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•  Embedding is the classifier's own feature vector, not a separate pretrained audio</a:t>
            </a:r>
          </a:p>
          <a:p>
            <a:pPr lvl="1">
              <a:spcAft>
                <a:spcPts val="10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–  embedding model — keeps the semantic-search capability fully self-contained</a:t>
            </a:r>
          </a:p>
          <a:p>
            <a:pPr>
              <a:spcAft>
                <a:spcPts val="10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•  Kept Python end-to-end (not Scala) since the feature-extraction library is Python-only</a:t>
            </a:r>
          </a:p>
          <a:p>
            <a:pPr>
              <a:spcAft>
                <a:spcPts val="10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•  Speaker-disjoint train/dev split (not random) to avoid inflating accuracy via leakage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635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github.com/HadarBaum/asvspoof-voice-ai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