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Human-or-AI Voice Detector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BIU Big Data and AI course project — ASVspoof2019 (LA)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Problem &amp; dataset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Can we tell real human speech apart from AI-generated (TTS / voice-conversion) speech?</a:t>
            </a:r>
          </a:p>
          <a:p>
            <a:pPr>
              <a:defRPr sz="2000"/>
            </a:pPr>
            <a:r>
              <a:t>ASVspoof2019 Logical Access partition: bonafide vs. spoofed utterances,</a:t>
            </a:r>
          </a:p>
          <a:p>
            <a:pPr>
              <a:defRPr sz="2000"/>
            </a:pPr>
            <a:r>
              <a:t>~121k labeled flac clips across train / dev / eval, speaker-disjoint splits.</a:t>
            </a:r>
          </a:p>
          <a:p>
            <a:pPr>
              <a:defRPr sz="2000"/>
            </a:pPr>
            <a:r>
              <a:t>PA (replay-attack) partition intentionally excluded — not AI-generated speech.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MinIO (object store) holds the raw audio corpus</a:t>
            </a:r>
          </a:p>
          <a:p>
            <a:pPr>
              <a:defRPr sz="2000"/>
            </a:pPr>
            <a:r>
              <a:t>Spark (batch, parallel) extracts acoustic features from every clip</a:t>
            </a:r>
          </a:p>
          <a:p>
            <a:pPr>
              <a:defRPr sz="2000"/>
            </a:pPr>
            <a:r>
              <a:t>Elasticsearch (NoSQL) stores features, training results, and live predictions</a:t>
            </a:r>
          </a:p>
          <a:p>
            <a:pPr>
              <a:defRPr sz="2000"/>
            </a:pPr>
            <a:r>
              <a:t>Kafka streams simulated incoming audio events</a:t>
            </a:r>
          </a:p>
          <a:p>
            <a:pPr>
              <a:defRPr sz="2000"/>
            </a:pPr>
            <a:r>
              <a:t>A Kafka consumer scores each event in near-real-time with the trained model</a:t>
            </a:r>
          </a:p>
          <a:p>
            <a:pPr>
              <a:defRPr sz="2000"/>
            </a:pPr>
            <a:r>
              <a:t>Flask app: /classify (live demo) and /dashboard (insights)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AI capability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Random Forest classifier on acoustic summary features (MFCC, spectral, pitch, energy)</a:t>
            </a:r>
          </a:p>
          <a:p>
            <a:pPr>
              <a:defRPr sz="2000"/>
            </a:pPr>
            <a:r>
              <a:t>Trained on the dataset's own speaker-disjoint train/dev split</a:t>
            </a:r>
          </a:p>
          <a:p>
            <a:pPr>
              <a:defRPr sz="2000"/>
            </a:pPr>
            <a:r>
              <a:t>Applied both offline (batch validation) and online (streaming enrichment)</a:t>
            </a:r>
          </a:p>
          <a:p>
            <a:pPr>
              <a:defRPr sz="2000"/>
            </a:pPr>
            <a:r>
              <a:t>Same model backs the live web demo — one implementation, not three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Trained on 25380 utterances, validated on 24844</a:t>
            </a:r>
          </a:p>
          <a:p>
            <a:pPr>
              <a:defRPr sz="2000"/>
            </a:pPr>
            <a:r>
              <a:t>Dev accuracy: 90.7%</a:t>
            </a:r>
          </a:p>
          <a:p>
            <a:pPr>
              <a:defRPr sz="2000"/>
            </a:pPr>
            <a:r>
              <a:t>Dev precision: 98.8% | recall: 90.7% | F1: 94.6%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Detection accuracy by attack type</a:t>
            </a:r>
          </a:p>
        </p:txBody>
      </p:sp>
      <p:pic>
        <p:nvPicPr>
          <p:cNvPr id="3" name="Picture 2" descr="accuracy_by_att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7315200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Challenges &amp; trade-offs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Windows + Spark: worker Python subprocess resolution breaks under paths with spaces</a:t>
            </a:r>
          </a:p>
          <a:p>
            <a:pPr>
              <a:defRPr sz="2000"/>
            </a:pPr>
            <a:r>
              <a:t>Chose a plain Kafka consumer over Spark Structured Streaming for the enrichment step</a:t>
            </a:r>
          </a:p>
          <a:p>
            <a:pPr>
              <a:defRPr sz="2000"/>
            </a:pPr>
            <a:r>
              <a:t>  (avoids the spark-sql-kafka connector for a comparatively light per-message workload)</a:t>
            </a:r>
          </a:p>
          <a:p>
            <a:pPr>
              <a:defRPr sz="2000"/>
            </a:pPr>
            <a:r>
              <a:t>Kept Python end-to-end (not Scala) since the feature-extraction library is Python-only</a:t>
            </a:r>
          </a:p>
          <a:p>
            <a:pPr>
              <a:defRPr sz="2000"/>
            </a:pPr>
            <a:r>
              <a:t>Speaker-disjoint train/dev split (not random) to avoid inflating accuracy via leakage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