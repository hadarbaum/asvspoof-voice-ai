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accuracy paradox — where we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AI capability 1: Random Forest at scikit-learn's default 0.5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92.3%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Dev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looked like a finished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nearly every attack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real human speech found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5468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Dev is ~90% spoof, so a model that leans to the majority class scores well on accuracy while failing the class we actually care about. Accuracy was hiding the failure, not measuring it.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Reweighting the training loss does not fix this: the 0.5 cutoff applied at evaluation time is a separate lever.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 secondary ASVspoof2019 metric - min t-DCF was the primary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separation. 0% would mean a threshold exists with zero errors of either kind; this project's deployed model scores 9.26%. EER was a secondary ASVspoof2019 metric (min t-DCF was primary) - we use it because it needs no cost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1 — switching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Same 0.5 threshold, better-calibrated probabilities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Random Forest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Gradient Boosting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+54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From the model choice alone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no threshold change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00400"/>
          <a:ext cx="1109441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9.09%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80060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 statistical tie on EER — the gap is ~3 clips in 2,548 — so the deployed model is pinned, not picked by lowest EER. Gradient Boosting is kept for calibration and deployment cost: 283KB vs. 29.7MB on disk, 0.55ms vs. 27.6ms per clip.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2 — switching the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0.5 to the EER-optimal 0.689, on the deployed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default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EER threshold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where both errors are equal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9067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threshold lives inside the model artifact, so nothing downstream can drift to 0.5.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794760"/>
          <a:ext cx="11094414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976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A bug in our own code: Random Forest was reweighted twice — class_weight and sample_weight multiply in sklearn, turning 8.8:1 into 78:1.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