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0793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1546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12299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21509" y="2346960"/>
            <a:ext cx="8020466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95847" y="2346960"/>
            <a:ext cx="4246128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870185" y="2346960"/>
            <a:ext cx="471790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21509" y="3825240"/>
            <a:ext cx="943584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21509" y="3825240"/>
            <a:ext cx="6605091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825240"/>
            <a:ext cx="2830753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65093" y="3825240"/>
            <a:ext cx="6605092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26600" y="3825240"/>
            <a:ext cx="943585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30368"/>
            <a:ext cx="11094415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Random Forest vs. Gradient Boosting, picked by 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Both models reweighted for the ~9:1 spoof/bonafide imbalance in training data, then compared on dev: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9.09%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A statistical tie on EER — the gap is ~3 clips in 2,548. Gradient Boosting is deployed for calibration and cost: 80.2% bonafide recall at the default threshold vs. 26.6%, 283KB vs. 29.7MB on disk, 0.55ms vs. 27.6ms per clip.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A secondary ASVspoof2019 metric - min t-DCF was the primary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separation. 0% would mean a threshold exists with zero errors of either kind; this project's deployed model scores 9.26%. EER was a secondary ASVspoof2019 metric (min t-DCF was primary) - we use it because it needs no cost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the accuracy paradox, found and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default 0.5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deployed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(ASVspoof's own metric)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90672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Dev accuracy at 0.5 looked strong (94.3%), but the model was quietly biased to the majority class.</a:t>
            </a:r>
          </a:p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Fix: the artifact stores its own EER-optimal threshold, used everywhere instead of the default 0.5.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4251960"/>
          <a:ext cx="11094414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0901"/>
                <a:gridCol w="2890141"/>
                <a:gridCol w="2983372"/>
              </a:tblGrid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 on dev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default 0.5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EER 0.689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recall (real speech kept)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80.2%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precision (the cost)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69.1%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Spoof recall (attacks caught)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Overall accuracy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Balanced accuracy (the honest headline)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A bug in our own code: Random Forest was reweighted twice — class_weight and sample_weight multiply in sklearn, turning 8.8:1 into 78:1.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